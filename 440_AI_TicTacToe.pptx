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173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74320"/>
            <a:ext cx="3657600" cy="722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66649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Tic-Tac-Toe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2148840" y="2578608"/>
            <a:ext cx="1645920" cy="54864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Vendeland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Su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Verma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 440/540 — Artificial Intelligence  |  Spring 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C6B426-E573-EC51-011F-ED9D9CCB2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43" y="1049274"/>
            <a:ext cx="4058561" cy="3589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n×n Tic-Tac-Toe (3×3, 4×4, 5×5). Simple enough to solve optimally on small boards, complex enough to benchmark different AI paradigms side by side.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implementing four different approaches — Minimax, Alpha-Beta pruning, Q-Learning, and a Neural Network heuristic — to play configurable Tic-Tac-Toe. Each algorithm represents a different AI paradigm.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adversarial search vs reinforcement learning vs learned evaluation. Measure how each algorithm scales when the board size increases from 3×3 to 5×5.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Variant: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Tic-Tac-Toe rules on n×n boards. Win by completing a full row, column, or diagonal. X always moves first. On 3×3 the AI plays optimally; on larger boards it uses depth-limited search with heuristic evaluation.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board.py: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 board state, move validation, win detection, undo support.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ai.py: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Minimax, Alpha-Beta, and Random agents with stats tracking.</a:t>
            </a: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heuristic.py: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eval — scores lines by alignment, blocks threats, rewards center and corners.</a:t>
            </a: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qlearning.py: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 with ε-greedy exploration, backward trajectory updates.</a:t>
            </a: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nn_heuristic.py: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BoardNet trained on minimax labels. NumPy inference at game time.</a:t>
            </a: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PyTorch, NumPy, matplotlib, Flask (web UI), Pygame (GUI).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Algorithms?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baseline. Exhaustive search guarantees optimal play by evaluating every possible game outcome. Gives us ground truth to compare against.</a:t>
            </a:r>
            <a:endParaRPr lang="en-US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is too slow for larger boards. Alpha-Beta prunes branches that can't affect the final decision, same optimal result with far fewer nodes explored.</a:t>
            </a:r>
            <a:endParaRPr lang="en-US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fundamentally different paradigm. Instead of searching at play-time, the agent learns a value table during training. Shifts computation from inference to training, enabling instant moves.</a:t>
            </a:r>
            <a:endParaRPr lang="en-US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Heuristic: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Hand-tuning heuristics doesn't scale. A neural network can learn evaluation functions directly from data, making it adaptable to new board sizes without manual rule engineering.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Algorithm – Minimax &amp; Alpha-Beta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DFS of the game tree. Maximizer picks highest-value child, Minimizer picks lowest. Guarantees optimal play on 3×3.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skips provably irrelevant branches. Maintains α (best for Max) and β (best for Min). Prunes when α ≥ β. 96.2% node reduction, 27× faster.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Depth-Limited Search: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Full-depth search is infeasible for 4×4+. Cut off at fixed depth and use heuristic evaluation for non-terminal states.</a:t>
            </a:r>
            <a:endParaRPr lang="en-US" sz="1200" dirty="0"/>
          </a:p>
        </p:txBody>
      </p:sp>
      <p:pic>
        <p:nvPicPr>
          <p:cNvPr id="4" name="Image 0" descr="/mnt/user-data/uploads/177734694566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384048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scores: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potential &amp; symbol alignment, blocking opportunities, center (+3) and corner (+1) positional bonuses.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ws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Board Gets Bigger?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space grows exponentially. 3×3 has ~362,880 game sequences. 4×4 jumps to ~2×10¹³ — full-depth search becomes infeasible.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tree explosion: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factor grows from 9 to 25 first moves.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becomes critical: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depth limited to 4 on 5×5, heuristic quality determines AI strength.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breaks down: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 can't store all states beyond 3×3.</a:t>
            </a: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advantage: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generalize from sampled data for larger boards.</a:t>
            </a:r>
            <a:endParaRPr lang="en-US" sz="1200" dirty="0"/>
          </a:p>
        </p:txBody>
      </p:sp>
      <p:pic>
        <p:nvPicPr>
          <p:cNvPr id="4" name="Image 0" descr="/mnt/user-data/uploads/177734695236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9" y="594360"/>
            <a:ext cx="4088487" cy="2141588"/>
          </a:xfrm>
          <a:prstGeom prst="rect">
            <a:avLst/>
          </a:prstGeom>
        </p:spPr>
      </p:pic>
      <p:pic>
        <p:nvPicPr>
          <p:cNvPr id="5" name="Image 1" descr="/mnt/user-data/uploads/177734695777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18190"/>
            <a:ext cx="4088488" cy="175220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/home/claude/wsu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" y="4553712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99292" y="1074420"/>
            <a:ext cx="3387970" cy="273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  <a:buSzPct val="100000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 Reinforcement Learning.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Q(state, action) through self-play against a random opponent.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exploration with linear decay (ε: 0.3 → 0.01).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← Q(s,a) + α [ r + γ · max Q(s',a') − Q(s,a) 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episodes, 10,825 Q-table entries, 85.7% win rate vs Random. Inference: 0.005ms (table lookup).</a:t>
            </a:r>
            <a:endParaRPr lang="en-US" sz="1200" dirty="0"/>
          </a:p>
        </p:txBody>
      </p:sp>
      <p:pic>
        <p:nvPicPr>
          <p:cNvPr id="4" name="Image 0" descr="/mnt/user-data/uploads/17773469346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92" y="251460"/>
            <a:ext cx="3840480" cy="2011680"/>
          </a:xfrm>
          <a:prstGeom prst="rect">
            <a:avLst/>
          </a:prstGeom>
        </p:spPr>
      </p:pic>
      <p:pic>
        <p:nvPicPr>
          <p:cNvPr id="5" name="Image 1" descr="/mnt/user-data/uploads/177734692907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941" y="2423160"/>
            <a:ext cx="5446059" cy="18516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35415" y="21717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vs Alpha-Beta: performance and inference speed on 3×3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claude/wsu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581144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Heuristic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BoardNet Architecture: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(n²+1) → Dense 64 (ReLU) → Dense 32 (ReLU) → Dense 1 (Tanh). ~2,800 parameters.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encoding: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+1, Opponent → −1, Empty → 0, plus turn indicator.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labels: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minimax scores normalized to [−1, 1]. 3×3: all states enumerated. 4×4/5×5: 5,000 sampled states.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epochs, Adam optimizer, batch 64, 80/20 split.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NumPy forward pass — no PyTorch overhead at game 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Function: Mean Squared Error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the neural network by minimizing the difference between its predicted board score and the true minimax score.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-539261" y="11841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 =  (1/N)  Σ  ( ŷᵢ  −  yᵢ )²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11" y="1920240"/>
            <a:ext cx="325588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  <a:buSzPct val="100000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MSE?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continuous score in [−1, 1] — regression, not classification. MSE is the natural choice.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quadratically — pushes the network to avoid wildly wrong evaluations of critical positions.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drops sharply in first 50 epochs, plateaus by 200. Small train/val gap shows good generalization.</a:t>
            </a:r>
            <a:endParaRPr lang="en-US" sz="1200" dirty="0"/>
          </a:p>
        </p:txBody>
      </p:sp>
      <p:pic>
        <p:nvPicPr>
          <p:cNvPr id="6" name="Image 0" descr="/mnt/user-data/uploads/177734690837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307" y="1549908"/>
            <a:ext cx="5189416" cy="27182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ws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Network: Accuracy &amp; Head-to-Head</a:t>
            </a:r>
            <a:endParaRPr lang="en-US" sz="2800" dirty="0"/>
          </a:p>
        </p:txBody>
      </p:sp>
      <p:pic>
        <p:nvPicPr>
          <p:cNvPr id="3" name="Image 0" descr="/mnt/user-data/uploads/177734691836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02920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474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predictions cluster along the ideal line (left). Handcrafted heuristic is far more scattered (right). NN achieves MSE=0.018 vs HC's MSE=26.7.</a:t>
            </a:r>
            <a:endParaRPr lang="en-US" sz="1100" dirty="0"/>
          </a:p>
        </p:txBody>
      </p:sp>
      <p:pic>
        <p:nvPicPr>
          <p:cNvPr id="5" name="Image 1" descr="/mnt/user-data/uploads/177734692406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005840"/>
            <a:ext cx="356616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3520" y="3566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vs Handcrafted head-to-head on 4×4: mostly draws at all depths — both heuristics produce competitive play.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claude/wsu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Speed: NN vs Handcrafted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4×4 board with depth-4 Alpha-Beta search: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handcrafted heuristic (0.029s/move) is ~2.4× faster than the neural net (0.068s/move). This is expected — the handcrafted function is simple arithmetic, while the NN requires a matrix multiply per evaluation.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NN's advantage is accuracy and adaptability, not speed. It produces more precise board evaluations and can be retrained for new board sizes without rewriting rules.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fast enough for real-time play — the difference (40ms) is imperceptible to a human player.</a:t>
            </a:r>
            <a:endParaRPr lang="en-US" sz="1300" dirty="0"/>
          </a:p>
        </p:txBody>
      </p:sp>
      <p:pic>
        <p:nvPicPr>
          <p:cNvPr id="4" name="Image 0" descr="/mnt/user-data/uploads/177734694070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05840"/>
            <a:ext cx="32004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ws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loses on 3×3 as either X or O against a random opponent (200 games tested).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Time Comparison (3×3):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Minimax:       179,823 nodes   |   ~2,675 ms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Alpha-Beta:      6,874 nodes   |      ~99 ms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Q-Learning:          1 node    |   ~0.005 ms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(full depth) → 4×4 (depth 6, 27K nodes) → 5×5 (depth 4, ~7.5K nodes). Larger boards need depth limits + heuristics.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vs Handcrafted: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achieves lower MSE and higher correlation with true minimax scores. Head-to-head on 4×4 is mostly draws.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  <a:buSzPct val="100000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scope: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to Tic-Tac-Toe. Extending to larger/more complex games would require significant scaling.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scalability: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 is impractical beyond 3×3. A Deep Q-Network (DQN) could address this.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training data: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4×4/5×5, the NN is trained on handcrafted heuristic labels (not true minimax), limiting accuracy.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MCTS: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Tree Search (AlphaZero-style) was not implemented. Combining MCTS with NN could significantly improve larger boards.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for larger boards, MCTS integration, self-play training, extension to Connect-4 or Gomoku.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  <a:buSzPct val="100000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best approach.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trades off computation, memory, and generalization differently.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is essential.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makes adversarial search practical — same optimal result with 96% fewer nodes.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enables instant inference.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shifts compute to training time. At play-time: single table lookup, 43,000× faster.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from data.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feedforward net approximates minimax evaluation, replacing hand-coded rules.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size is the bottleneck.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 of game trees drives the need for heuristics, depth limits, and learned evaluation.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A60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ws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97680"/>
            <a:ext cx="2011680" cy="40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1428</Words>
  <Application>Microsoft Macintosh PowerPoint</Application>
  <PresentationFormat>On-screen Show (16:9)</PresentationFormat>
  <Paragraphs>136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Tic-Tac-Toe</dc:title>
  <dc:subject>PptxGenJS Presentation</dc:subject>
  <dc:creator>Nick Vendeland, Jason Su, Aman Verma</dc:creator>
  <cp:lastModifiedBy>Verma, Aman</cp:lastModifiedBy>
  <cp:revision>5</cp:revision>
  <dcterms:created xsi:type="dcterms:W3CDTF">2026-04-28T03:37:42Z</dcterms:created>
  <dcterms:modified xsi:type="dcterms:W3CDTF">2026-04-28T05:48:40Z</dcterms:modified>
</cp:coreProperties>
</file>